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1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28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603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47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45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659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12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31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706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74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202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56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321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81BCF2C-DA33-4ED9-AB76-C82C4EE5033F}" type="datetimeFigureOut">
              <a:rPr lang="ru-RU" smtClean="0"/>
              <a:t>22.01.2026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76ECEDD-FCF2-493E-B987-E7314FD303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187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cs typeface="Calibri Light" panose="020F0302020204030204" pitchFamily="34" charset="0"/>
              </a:rPr>
              <a:t>Py</a:t>
            </a:r>
            <a:r>
              <a:rPr lang="en-US" dirty="0" smtClean="0">
                <a:cs typeface="Calibri Light" panose="020F0302020204030204" pitchFamily="34" charset="0"/>
              </a:rPr>
              <a:t>-Valley</a:t>
            </a:r>
            <a: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en-US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ru-RU" sz="2400" dirty="0" smtClean="0">
                <a:latin typeface="+mn-lt"/>
                <a:cs typeface="Calibri Light" panose="020F0302020204030204" pitchFamily="34" charset="0"/>
              </a:rPr>
              <a:t>симулятор</a:t>
            </a:r>
            <a:r>
              <a:rPr lang="ru-RU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фермы на </a:t>
            </a:r>
            <a:r>
              <a:rPr lang="en-US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python 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446149" y="3593383"/>
            <a:ext cx="2527315" cy="1797840"/>
          </a:xfrm>
        </p:spPr>
        <p:txBody>
          <a:bodyPr/>
          <a:lstStyle/>
          <a:p>
            <a:r>
              <a:rPr lang="ru-RU" dirty="0" smtClean="0"/>
              <a:t>Программу разработал</a:t>
            </a:r>
          </a:p>
          <a:p>
            <a:r>
              <a:rPr lang="ru-RU" dirty="0" err="1" smtClean="0"/>
              <a:t>Кадушкин</a:t>
            </a:r>
            <a:r>
              <a:rPr lang="ru-RU" dirty="0" smtClean="0"/>
              <a:t> Иван</a:t>
            </a:r>
          </a:p>
          <a:p>
            <a:r>
              <a:rPr lang="ru-RU" dirty="0" smtClean="0"/>
              <a:t>(</a:t>
            </a:r>
            <a:r>
              <a:rPr lang="en-US" dirty="0" smtClean="0"/>
              <a:t>HunterSlime192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375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Идея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Создать симулятор фермы на </a:t>
            </a:r>
            <a:r>
              <a:rPr lang="en-US" sz="2400" dirty="0" smtClean="0"/>
              <a:t>arcade </a:t>
            </a:r>
            <a:r>
              <a:rPr lang="ru-RU" sz="2400" dirty="0" smtClean="0"/>
              <a:t>с приятным дизайном, и сохранением и загрузкой состояния игрока и объектов игры</a:t>
            </a:r>
          </a:p>
        </p:txBody>
      </p:sp>
    </p:spTree>
    <p:extLst>
      <p:ext uri="{BB962C8B-B14F-4D97-AF65-F5344CB8AC3E}">
        <p14:creationId xmlns:p14="http://schemas.microsoft.com/office/powerpoint/2010/main" val="37832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Применённые библиотеки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9268" y="864108"/>
            <a:ext cx="3394174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/>
              <a:t>Встроенные</a:t>
            </a:r>
            <a:r>
              <a:rPr lang="en-US" sz="3200" dirty="0" smtClean="0"/>
              <a:t>:</a:t>
            </a:r>
          </a:p>
          <a:p>
            <a:r>
              <a:rPr lang="en-US" sz="2400" dirty="0"/>
              <a:t>s</a:t>
            </a:r>
            <a:r>
              <a:rPr lang="en-US" sz="2400" dirty="0" smtClean="0"/>
              <a:t>ys, </a:t>
            </a:r>
            <a:r>
              <a:rPr lang="en-US" sz="2400" dirty="0" err="1" smtClean="0"/>
              <a:t>os</a:t>
            </a:r>
            <a:endParaRPr lang="en-US" sz="2400" dirty="0" smtClean="0"/>
          </a:p>
          <a:p>
            <a:r>
              <a:rPr lang="en-US" sz="2400" dirty="0" err="1" smtClean="0"/>
              <a:t>Json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Random</a:t>
            </a:r>
            <a:endParaRPr lang="ru-RU" sz="2400" dirty="0" smtClean="0"/>
          </a:p>
          <a:p>
            <a:pPr marL="0" indent="0">
              <a:buNone/>
            </a:pPr>
            <a:r>
              <a:rPr lang="ru-RU" sz="3200" dirty="0" smtClean="0"/>
              <a:t>Установленные:</a:t>
            </a:r>
          </a:p>
          <a:p>
            <a:r>
              <a:rPr lang="en-US" sz="2400" dirty="0" err="1" smtClean="0"/>
              <a:t>Pyglet</a:t>
            </a:r>
            <a:endParaRPr lang="en-US" sz="2400" dirty="0" smtClean="0"/>
          </a:p>
          <a:p>
            <a:r>
              <a:rPr lang="en-US" sz="2400" dirty="0" smtClean="0"/>
              <a:t>Arcade</a:t>
            </a:r>
            <a:endParaRPr lang="ru-RU" sz="24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7539487" y="1656272"/>
            <a:ext cx="38128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Программы</a:t>
            </a:r>
            <a:r>
              <a:rPr lang="en-US" sz="24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VsCode</a:t>
            </a:r>
            <a:endParaRPr lang="en-US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/>
              <a:t>Tiled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/>
              <a:t>PixelStudio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30003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Элементы интерфейса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Все</a:t>
            </a:r>
            <a:r>
              <a:rPr lang="ru-RU" dirty="0"/>
              <a:t> кнопки</a:t>
            </a:r>
            <a:r>
              <a:rPr lang="ru-RU" dirty="0" smtClean="0"/>
              <a:t> главном меню переключают окна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ru-RU" dirty="0" smtClean="0"/>
              <a:t>Новая игра – запускает чистую игру без сохранённых данных</a:t>
            </a:r>
          </a:p>
          <a:p>
            <a:pPr marL="0" indent="0">
              <a:buNone/>
            </a:pPr>
            <a:r>
              <a:rPr lang="ru-RU" dirty="0" smtClean="0"/>
              <a:t>Загрузить – открывает окно с тремя кнопками для сохранений которые при нажатии на одну из этих кнопок(если есть сохранение) то запускает игру с данными из сохранения</a:t>
            </a:r>
          </a:p>
          <a:p>
            <a:pPr marL="0" indent="0">
              <a:buNone/>
            </a:pPr>
            <a:r>
              <a:rPr lang="ru-RU" dirty="0" err="1" smtClean="0"/>
              <a:t>Туториал</a:t>
            </a:r>
            <a:r>
              <a:rPr lang="ru-RU" dirty="0" smtClean="0"/>
              <a:t> – Обучение в котором запускается игра с другой картой и с подсказками</a:t>
            </a:r>
          </a:p>
          <a:p>
            <a:pPr marL="0" indent="0">
              <a:buNone/>
            </a:pPr>
            <a:r>
              <a:rPr lang="ru-RU" smtClean="0"/>
              <a:t>Настройки </a:t>
            </a:r>
            <a:r>
              <a:rPr lang="ru-RU" dirty="0" smtClean="0"/>
              <a:t>– открывает окно с слайдером для изменения громкости музыки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В игре у игрока отображается в левом верхнем углу экрана</a:t>
            </a:r>
            <a:r>
              <a:rPr lang="en-US" dirty="0" smtClean="0"/>
              <a:t>: </a:t>
            </a:r>
            <a:r>
              <a:rPr lang="ru-RU" dirty="0" smtClean="0"/>
              <a:t>время и выбранный предмет</a:t>
            </a:r>
          </a:p>
          <a:p>
            <a:pPr marL="0" indent="0">
              <a:buNone/>
            </a:pPr>
            <a:r>
              <a:rPr lang="ru-RU" dirty="0" smtClean="0"/>
              <a:t>Внизу экрана у игрока показывается инвентарь в котором показываются предметы которыми владеет игрок</a:t>
            </a:r>
          </a:p>
        </p:txBody>
      </p:sp>
    </p:spTree>
    <p:extLst>
      <p:ext uri="{BB962C8B-B14F-4D97-AF65-F5344CB8AC3E}">
        <p14:creationId xmlns:p14="http://schemas.microsoft.com/office/powerpoint/2010/main" val="1751858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амка">
  <a:themeElements>
    <a:clrScheme name="Рамка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52</TotalTime>
  <Words>142</Words>
  <Application>Microsoft Office PowerPoint</Application>
  <PresentationFormat>Широкоэкранный</PresentationFormat>
  <Paragraphs>27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 Light</vt:lpstr>
      <vt:lpstr>Corbel</vt:lpstr>
      <vt:lpstr>Wingdings 2</vt:lpstr>
      <vt:lpstr>Рамка</vt:lpstr>
      <vt:lpstr>Py-Valley симулятор фермы на python </vt:lpstr>
      <vt:lpstr>Идея проекта</vt:lpstr>
      <vt:lpstr>Применённые библиотеки</vt:lpstr>
      <vt:lpstr>Элементы интерфейса</vt:lpstr>
    </vt:vector>
  </TitlesOfParts>
  <Company>PRCNIT SSU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Py-Valley симулятор фермы на python</dc:title>
  <dc:creator>learner</dc:creator>
  <cp:lastModifiedBy>learner</cp:lastModifiedBy>
  <cp:revision>8</cp:revision>
  <dcterms:created xsi:type="dcterms:W3CDTF">2026-01-22T14:10:24Z</dcterms:created>
  <dcterms:modified xsi:type="dcterms:W3CDTF">2026-01-22T15:04:40Z</dcterms:modified>
</cp:coreProperties>
</file>